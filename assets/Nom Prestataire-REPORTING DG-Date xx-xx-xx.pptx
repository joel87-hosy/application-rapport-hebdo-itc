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0"/>
  </p:notesMasterIdLst>
  <p:sldIdLst>
    <p:sldId id="648" r:id="rId3"/>
    <p:sldId id="652" r:id="rId4"/>
    <p:sldId id="653" r:id="rId5"/>
    <p:sldId id="654" r:id="rId6"/>
    <p:sldId id="655" r:id="rId7"/>
    <p:sldId id="656" r:id="rId8"/>
    <p:sldId id="646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7FFEE-AE70-4432-AE8B-682C8B98932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D7AC0-F160-4763-B822-23903D58F326}" type="slidenum">
              <a:rPr lang="en-US" smtClean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231FB2-DAE4-461B-94E2-7209A9840A4F}" type="slidenum">
              <a:rPr lang="fr-FR" smtClean="0"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231FB2-DAE4-461B-94E2-7209A9840A4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1421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231FB2-DAE4-461B-94E2-7209A9840A4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8532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231FB2-DAE4-461B-94E2-7209A9840A4F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8218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231FB2-DAE4-461B-94E2-7209A9840A4F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3082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49.png"/><Relationship Id="rId3" Type="http://schemas.openxmlformats.org/officeDocument/2006/relationships/image" Target="../media/image26.png"/><Relationship Id="rId21" Type="http://schemas.openxmlformats.org/officeDocument/2006/relationships/image" Target="../media/image4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8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29" Type="http://schemas.openxmlformats.org/officeDocument/2006/relationships/image" Target="../media/image5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openxmlformats.org/officeDocument/2006/relationships/image" Target="../media/image47.png"/><Relationship Id="rId32" Type="http://schemas.openxmlformats.org/officeDocument/2006/relationships/image" Target="../media/image55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28" Type="http://schemas.openxmlformats.org/officeDocument/2006/relationships/image" Target="../media/image51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31" Type="http://schemas.openxmlformats.org/officeDocument/2006/relationships/image" Target="../media/image54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Relationship Id="rId27" Type="http://schemas.openxmlformats.org/officeDocument/2006/relationships/image" Target="../media/image50.png"/><Relationship Id="rId30" Type="http://schemas.openxmlformats.org/officeDocument/2006/relationships/image" Target="../media/image5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AD84-E5D9-40E7-B834-B29F6E7E6809}" type="datetime1">
              <a:rPr lang="fr-FR" smtClean="0"/>
              <a:t>08/06/2026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C671-4C04-4781-9789-38CB9AFDFE4F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872A6-FE4A-4974-82DA-617AE1CB38BE}" type="datetime1">
              <a:rPr lang="fr-FR" smtClean="0"/>
              <a:t>08/06/2026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C671-4C04-4781-9789-38CB9AFDFE4F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3049A-F0F9-4A9C-9481-9D63B4CB6004}" type="datetime1">
              <a:rPr lang="fr-FR" smtClean="0"/>
              <a:t>08/06/2026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C671-4C04-4781-9789-38CB9AFDFE4F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7590B-C968-459E-BEEC-3DCAEEF5A9F7}" type="datetime1">
              <a:rPr lang="fr-FR" smtClean="0"/>
              <a:t>08/06/2026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C671-4C04-4781-9789-38CB9AFDFE4F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F838B-5164-42F0-9010-4A6AEBA8D0F0}" type="datetime1">
              <a:rPr lang="fr-FR" smtClean="0"/>
              <a:t>08/06/2026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C671-4C04-4781-9789-38CB9AFDFE4F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CC20A-9848-4545-8479-22F62C1A6B83}" type="datetime1">
              <a:rPr lang="fr-FR" smtClean="0"/>
              <a:t>08/06/2026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C671-4C04-4781-9789-38CB9AFDFE4F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09DAE-51FD-4FC3-8A31-75A44987DB5A}" type="datetime1">
              <a:rPr lang="fr-FR" smtClean="0"/>
              <a:t>08/06/2026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C671-4C04-4781-9789-38CB9AFDFE4F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8923A-0227-4573-A4E8-B46E3A22DDF1}" type="datetime1">
              <a:rPr lang="fr-FR" smtClean="0"/>
              <a:t>08/06/2026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C671-4C04-4781-9789-38CB9AFDFE4F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CD4B-F963-420C-849F-B6115F848012}" type="datetime1">
              <a:rPr lang="fr-FR" smtClean="0"/>
              <a:t>08/06/2026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C671-4C04-4781-9789-38CB9AFDFE4F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C69C5-E7EF-4CDA-9227-38B96A8DDBC6}" type="datetime1">
              <a:rPr lang="fr-FR" smtClean="0"/>
              <a:t>08/06/2026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C671-4C04-4781-9789-38CB9AFDFE4F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742CB-2BD0-4CBD-902E-D243EEEA38AF}" type="datetime1">
              <a:rPr lang="fr-FR" smtClean="0"/>
              <a:t>08/06/2026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C671-4C04-4781-9789-38CB9AFDFE4F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ge de garde (Couver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4122" y="318840"/>
            <a:ext cx="1982278" cy="94329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519696" y="-1487042"/>
            <a:ext cx="3729496" cy="5367686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67578" y="2387640"/>
            <a:ext cx="6231866" cy="8940720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3982580" y="4436846"/>
            <a:ext cx="8963866" cy="12860259"/>
          </a:xfrm>
          <a:prstGeom prst="rect">
            <a:avLst/>
          </a:prstGeom>
        </p:spPr>
      </p:pic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180117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FEFFFF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180117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6B58CD0-0914-C743-8B75-15AE84090FDD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FFF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08/06/2026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FEFFFF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>
                <a:latin typeface="Uni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1524000" y="2594043"/>
            <a:ext cx="9144000" cy="915920"/>
          </a:xfrm>
        </p:spPr>
        <p:txBody>
          <a:bodyPr anchor="ctr" anchorCtr="1">
            <a:normAutofit/>
          </a:bodyPr>
          <a:lstStyle>
            <a:lvl1pPr algn="ctr">
              <a:defRPr sz="5400" b="1" i="0" baseline="0">
                <a:latin typeface="Uni Sans" pitchFamily="2" charset="77"/>
              </a:defRPr>
            </a:lvl1pPr>
          </a:lstStyle>
          <a:p>
            <a:r>
              <a:rPr lang="fr-FR" dirty="0"/>
              <a:t>Titre PRÉSENTATION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078189" y="6173787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DA1AC21-5E96-FD40-A393-4FB85D4E9C8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FFF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FEFFFF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325583" y="3543228"/>
            <a:ext cx="8963866" cy="1286025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6276109" y="270164"/>
            <a:ext cx="5604164" cy="63176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5BC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53253" y="497871"/>
            <a:ext cx="1198417" cy="566149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86231" y="2900255"/>
            <a:ext cx="6231866" cy="8940720"/>
          </a:xfrm>
          <a:prstGeom prst="rect">
            <a:avLst/>
          </a:prstGeom>
        </p:spPr>
      </p:pic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379200" y="3900491"/>
            <a:ext cx="5501072" cy="2434048"/>
          </a:xfrm>
        </p:spPr>
        <p:txBody>
          <a:bodyPr anchor="t">
            <a:noAutofit/>
          </a:bodyPr>
          <a:lstStyle>
            <a:lvl1pPr marL="0" indent="0" algn="l">
              <a:lnSpc>
                <a:spcPct val="60000"/>
              </a:lnSpc>
              <a:buNone/>
              <a:defRPr sz="2400" b="1" i="0" baseline="0">
                <a:solidFill>
                  <a:srgbClr val="005CA9"/>
                </a:solidFill>
                <a:latin typeface="Uni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Sous-titre du chapitre</a:t>
            </a:r>
          </a:p>
        </p:txBody>
      </p:sp>
      <p:sp>
        <p:nvSpPr>
          <p:cNvPr id="15" name="Titre 1"/>
          <p:cNvSpPr>
            <a:spLocks noGrp="1"/>
          </p:cNvSpPr>
          <p:nvPr>
            <p:ph type="ctrTitle" hasCustomPrompt="1"/>
          </p:nvPr>
        </p:nvSpPr>
        <p:spPr>
          <a:xfrm>
            <a:off x="6379199" y="1334184"/>
            <a:ext cx="5501073" cy="2566307"/>
          </a:xfrm>
        </p:spPr>
        <p:txBody>
          <a:bodyPr lIns="90000" anchor="b" anchorCtr="0">
            <a:normAutofit/>
          </a:bodyPr>
          <a:lstStyle>
            <a:lvl1pPr algn="l">
              <a:lnSpc>
                <a:spcPct val="80000"/>
              </a:lnSpc>
              <a:defRPr sz="5400" b="1" i="0" baseline="0">
                <a:solidFill>
                  <a:srgbClr val="005CA9"/>
                </a:solidFill>
                <a:latin typeface="Uni Sans" pitchFamily="2" charset="77"/>
              </a:defRPr>
            </a:lvl1pPr>
          </a:lstStyle>
          <a:p>
            <a:r>
              <a:rPr lang="fr-FR" dirty="0"/>
              <a:t>TITRE PRÉSENTATION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694073" y="-4531389"/>
            <a:ext cx="5832125" cy="836722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6276109" y="270164"/>
            <a:ext cx="5604164" cy="63176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5BC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53253" y="497871"/>
            <a:ext cx="1198417" cy="56614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86231" y="2900255"/>
            <a:ext cx="6231866" cy="8940720"/>
          </a:xfrm>
          <a:prstGeom prst="rect">
            <a:avLst/>
          </a:prstGeom>
        </p:spPr>
      </p:pic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379200" y="3900491"/>
            <a:ext cx="5501072" cy="2434048"/>
          </a:xfrm>
        </p:spPr>
        <p:txBody>
          <a:bodyPr anchor="t">
            <a:noAutofit/>
          </a:bodyPr>
          <a:lstStyle>
            <a:lvl1pPr marL="0" indent="0" algn="l">
              <a:lnSpc>
                <a:spcPct val="60000"/>
              </a:lnSpc>
              <a:buNone/>
              <a:defRPr sz="2400" b="1" i="0" baseline="0">
                <a:solidFill>
                  <a:srgbClr val="005CA9"/>
                </a:solidFill>
                <a:latin typeface="Uni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Sous-titre du chapitre</a:t>
            </a:r>
          </a:p>
        </p:txBody>
      </p:sp>
      <p:sp>
        <p:nvSpPr>
          <p:cNvPr id="15" name="Titre 1"/>
          <p:cNvSpPr>
            <a:spLocks noGrp="1"/>
          </p:cNvSpPr>
          <p:nvPr>
            <p:ph type="ctrTitle" hasCustomPrompt="1"/>
          </p:nvPr>
        </p:nvSpPr>
        <p:spPr>
          <a:xfrm>
            <a:off x="6379199" y="1334184"/>
            <a:ext cx="5501073" cy="2566307"/>
          </a:xfrm>
        </p:spPr>
        <p:txBody>
          <a:bodyPr lIns="90000" anchor="b" anchorCtr="0">
            <a:normAutofit/>
          </a:bodyPr>
          <a:lstStyle>
            <a:lvl1pPr algn="l">
              <a:lnSpc>
                <a:spcPct val="80000"/>
              </a:lnSpc>
              <a:defRPr sz="5400" b="1" i="0" baseline="0">
                <a:solidFill>
                  <a:srgbClr val="005CA9"/>
                </a:solidFill>
                <a:latin typeface="Uni Sans" pitchFamily="2" charset="77"/>
              </a:defRPr>
            </a:lvl1pPr>
          </a:lstStyle>
          <a:p>
            <a:r>
              <a:rPr lang="fr-FR" dirty="0"/>
              <a:t>TITRE PRÉSENTATION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25414" y="1596201"/>
            <a:ext cx="4277932" cy="613745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6276109" y="270164"/>
            <a:ext cx="5604164" cy="63176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5BC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53253" y="497871"/>
            <a:ext cx="1198417" cy="56614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86231" y="2900255"/>
            <a:ext cx="6231866" cy="8940720"/>
          </a:xfrm>
          <a:prstGeom prst="rect">
            <a:avLst/>
          </a:prstGeom>
        </p:spPr>
      </p:pic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379200" y="3900491"/>
            <a:ext cx="5501072" cy="2434048"/>
          </a:xfrm>
        </p:spPr>
        <p:txBody>
          <a:bodyPr anchor="t">
            <a:noAutofit/>
          </a:bodyPr>
          <a:lstStyle>
            <a:lvl1pPr marL="0" indent="0" algn="l">
              <a:lnSpc>
                <a:spcPct val="60000"/>
              </a:lnSpc>
              <a:buNone/>
              <a:defRPr sz="2400" b="1" i="0" baseline="0">
                <a:solidFill>
                  <a:srgbClr val="005CA9"/>
                </a:solidFill>
                <a:latin typeface="Uni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Sous-titre du chapitre</a:t>
            </a:r>
          </a:p>
        </p:txBody>
      </p:sp>
      <p:sp>
        <p:nvSpPr>
          <p:cNvPr id="16" name="Titre 1"/>
          <p:cNvSpPr>
            <a:spLocks noGrp="1"/>
          </p:cNvSpPr>
          <p:nvPr>
            <p:ph type="ctrTitle" hasCustomPrompt="1"/>
          </p:nvPr>
        </p:nvSpPr>
        <p:spPr>
          <a:xfrm>
            <a:off x="6379199" y="1334184"/>
            <a:ext cx="5501073" cy="2566307"/>
          </a:xfrm>
        </p:spPr>
        <p:txBody>
          <a:bodyPr lIns="90000" anchor="b" anchorCtr="0">
            <a:normAutofit/>
          </a:bodyPr>
          <a:lstStyle>
            <a:lvl1pPr algn="l">
              <a:lnSpc>
                <a:spcPct val="80000"/>
              </a:lnSpc>
              <a:defRPr sz="5400" b="1" i="0" baseline="0">
                <a:solidFill>
                  <a:srgbClr val="005CA9"/>
                </a:solidFill>
                <a:latin typeface="Uni Sans" pitchFamily="2" charset="77"/>
              </a:defRPr>
            </a:lvl1pPr>
          </a:lstStyle>
          <a:p>
            <a:r>
              <a:rPr lang="fr-FR" dirty="0"/>
              <a:t>TITRE PRÉSENTATION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969123" y="-877584"/>
            <a:ext cx="6115638" cy="8773971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6276109" y="270164"/>
            <a:ext cx="5604164" cy="63176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5BC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53253" y="497871"/>
            <a:ext cx="1198417" cy="566149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86231" y="2900255"/>
            <a:ext cx="6231866" cy="8940720"/>
          </a:xfrm>
          <a:prstGeom prst="rect">
            <a:avLst/>
          </a:prstGeom>
        </p:spPr>
      </p:pic>
      <p:sp>
        <p:nvSpPr>
          <p:cNvPr id="15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379200" y="3900491"/>
            <a:ext cx="5501072" cy="2434048"/>
          </a:xfrm>
        </p:spPr>
        <p:txBody>
          <a:bodyPr anchor="t">
            <a:noAutofit/>
          </a:bodyPr>
          <a:lstStyle>
            <a:lvl1pPr marL="0" indent="0" algn="l">
              <a:lnSpc>
                <a:spcPct val="60000"/>
              </a:lnSpc>
              <a:buNone/>
              <a:defRPr sz="2400" b="1" i="0" baseline="0">
                <a:solidFill>
                  <a:srgbClr val="005CA9"/>
                </a:solidFill>
                <a:latin typeface="Uni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Sous-titre du chapitre</a:t>
            </a:r>
          </a:p>
        </p:txBody>
      </p:sp>
      <p:sp>
        <p:nvSpPr>
          <p:cNvPr id="16" name="Titre 1"/>
          <p:cNvSpPr>
            <a:spLocks noGrp="1"/>
          </p:cNvSpPr>
          <p:nvPr>
            <p:ph type="ctrTitle" hasCustomPrompt="1"/>
          </p:nvPr>
        </p:nvSpPr>
        <p:spPr>
          <a:xfrm>
            <a:off x="6379199" y="1334184"/>
            <a:ext cx="5501073" cy="2566307"/>
          </a:xfrm>
        </p:spPr>
        <p:txBody>
          <a:bodyPr lIns="90000" anchor="b" anchorCtr="0">
            <a:normAutofit/>
          </a:bodyPr>
          <a:lstStyle>
            <a:lvl1pPr algn="l">
              <a:lnSpc>
                <a:spcPct val="80000"/>
              </a:lnSpc>
              <a:defRPr sz="5400" b="1" i="0" baseline="0">
                <a:solidFill>
                  <a:srgbClr val="005CA9"/>
                </a:solidFill>
                <a:latin typeface="Uni Sans" pitchFamily="2" charset="77"/>
              </a:defRPr>
            </a:lvl1pPr>
          </a:lstStyle>
          <a:p>
            <a:r>
              <a:rPr lang="fr-FR" dirty="0"/>
              <a:t>TITRE PRÉSENTATION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713041" y="-672104"/>
            <a:ext cx="6115638" cy="8773971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6276109" y="270164"/>
            <a:ext cx="5604164" cy="63176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5BC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53253" y="497871"/>
            <a:ext cx="1198417" cy="56614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86231" y="2900255"/>
            <a:ext cx="6231866" cy="8940720"/>
          </a:xfrm>
          <a:prstGeom prst="rect">
            <a:avLst/>
          </a:prstGeom>
        </p:spPr>
      </p:pic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379200" y="3900491"/>
            <a:ext cx="5501072" cy="2434048"/>
          </a:xfrm>
        </p:spPr>
        <p:txBody>
          <a:bodyPr anchor="t">
            <a:noAutofit/>
          </a:bodyPr>
          <a:lstStyle>
            <a:lvl1pPr marL="0" indent="0" algn="l">
              <a:lnSpc>
                <a:spcPct val="60000"/>
              </a:lnSpc>
              <a:buNone/>
              <a:defRPr sz="2400" b="1" i="0" baseline="0">
                <a:solidFill>
                  <a:srgbClr val="005CA9"/>
                </a:solidFill>
                <a:latin typeface="Uni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Sous-titre du chapitre</a:t>
            </a:r>
          </a:p>
        </p:txBody>
      </p:sp>
      <p:sp>
        <p:nvSpPr>
          <p:cNvPr id="15" name="Titre 1"/>
          <p:cNvSpPr>
            <a:spLocks noGrp="1"/>
          </p:cNvSpPr>
          <p:nvPr>
            <p:ph type="ctrTitle" hasCustomPrompt="1"/>
          </p:nvPr>
        </p:nvSpPr>
        <p:spPr>
          <a:xfrm>
            <a:off x="6379199" y="1334184"/>
            <a:ext cx="5501073" cy="2566307"/>
          </a:xfrm>
        </p:spPr>
        <p:txBody>
          <a:bodyPr lIns="90000" anchor="b" anchorCtr="0">
            <a:normAutofit/>
          </a:bodyPr>
          <a:lstStyle>
            <a:lvl1pPr algn="l">
              <a:lnSpc>
                <a:spcPct val="80000"/>
              </a:lnSpc>
              <a:defRPr sz="5400" b="1" i="0" baseline="0">
                <a:solidFill>
                  <a:srgbClr val="005CA9"/>
                </a:solidFill>
                <a:latin typeface="Uni Sans" pitchFamily="2" charset="77"/>
              </a:defRPr>
            </a:lvl1pPr>
          </a:lstStyle>
          <a:p>
            <a:r>
              <a:rPr lang="fr-FR" dirty="0"/>
              <a:t>TITRE PRÉSENTATION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969123" y="-877584"/>
            <a:ext cx="6115638" cy="8773971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6276109" y="270164"/>
            <a:ext cx="5604164" cy="63176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5BC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53253" y="497871"/>
            <a:ext cx="1198417" cy="56614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86231" y="2900255"/>
            <a:ext cx="6231866" cy="8940720"/>
          </a:xfrm>
          <a:prstGeom prst="rect">
            <a:avLst/>
          </a:prstGeom>
        </p:spPr>
      </p:pic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379200" y="3900491"/>
            <a:ext cx="5501072" cy="2434048"/>
          </a:xfrm>
        </p:spPr>
        <p:txBody>
          <a:bodyPr anchor="t">
            <a:noAutofit/>
          </a:bodyPr>
          <a:lstStyle>
            <a:lvl1pPr marL="0" indent="0" algn="l">
              <a:lnSpc>
                <a:spcPct val="60000"/>
              </a:lnSpc>
              <a:buNone/>
              <a:defRPr sz="2400" b="1" i="0" baseline="0">
                <a:solidFill>
                  <a:srgbClr val="005CA9"/>
                </a:solidFill>
                <a:latin typeface="Uni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Sous-titre du chapitre</a:t>
            </a:r>
          </a:p>
        </p:txBody>
      </p:sp>
      <p:sp>
        <p:nvSpPr>
          <p:cNvPr id="15" name="Titre 1"/>
          <p:cNvSpPr>
            <a:spLocks noGrp="1"/>
          </p:cNvSpPr>
          <p:nvPr>
            <p:ph type="ctrTitle" hasCustomPrompt="1"/>
          </p:nvPr>
        </p:nvSpPr>
        <p:spPr>
          <a:xfrm>
            <a:off x="6379199" y="1334184"/>
            <a:ext cx="5501073" cy="2566307"/>
          </a:xfrm>
        </p:spPr>
        <p:txBody>
          <a:bodyPr lIns="90000" anchor="b" anchorCtr="0">
            <a:normAutofit/>
          </a:bodyPr>
          <a:lstStyle>
            <a:lvl1pPr algn="l">
              <a:lnSpc>
                <a:spcPct val="80000"/>
              </a:lnSpc>
              <a:defRPr sz="5400" b="1" i="0" baseline="0">
                <a:solidFill>
                  <a:srgbClr val="005CA9"/>
                </a:solidFill>
                <a:latin typeface="Uni Sans" pitchFamily="2" charset="77"/>
              </a:defRPr>
            </a:lvl1pPr>
          </a:lstStyle>
          <a:p>
            <a:r>
              <a:rPr lang="fr-FR" dirty="0"/>
              <a:t>TITRE PRÉSENTATION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969123" y="-877584"/>
            <a:ext cx="6115638" cy="8773971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6276109" y="270164"/>
            <a:ext cx="5604164" cy="63176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5BC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53253" y="497871"/>
            <a:ext cx="1198417" cy="56614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86231" y="2900255"/>
            <a:ext cx="6231866" cy="8940720"/>
          </a:xfrm>
          <a:prstGeom prst="rect">
            <a:avLst/>
          </a:prstGeom>
        </p:spPr>
      </p:pic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379200" y="3900491"/>
            <a:ext cx="5501072" cy="2434048"/>
          </a:xfrm>
        </p:spPr>
        <p:txBody>
          <a:bodyPr anchor="t">
            <a:noAutofit/>
          </a:bodyPr>
          <a:lstStyle>
            <a:lvl1pPr marL="0" indent="0" algn="l">
              <a:lnSpc>
                <a:spcPct val="60000"/>
              </a:lnSpc>
              <a:buNone/>
              <a:defRPr sz="2400" b="1" i="0" baseline="0">
                <a:solidFill>
                  <a:srgbClr val="005CA9"/>
                </a:solidFill>
                <a:latin typeface="Uni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Sous-titre du chapitre</a:t>
            </a:r>
          </a:p>
        </p:txBody>
      </p:sp>
      <p:sp>
        <p:nvSpPr>
          <p:cNvPr id="15" name="Titre 1"/>
          <p:cNvSpPr>
            <a:spLocks noGrp="1"/>
          </p:cNvSpPr>
          <p:nvPr>
            <p:ph type="ctrTitle" hasCustomPrompt="1"/>
          </p:nvPr>
        </p:nvSpPr>
        <p:spPr>
          <a:xfrm>
            <a:off x="6379199" y="1334184"/>
            <a:ext cx="5501073" cy="2566307"/>
          </a:xfrm>
        </p:spPr>
        <p:txBody>
          <a:bodyPr lIns="90000" anchor="b" anchorCtr="0">
            <a:normAutofit/>
          </a:bodyPr>
          <a:lstStyle>
            <a:lvl1pPr algn="l">
              <a:lnSpc>
                <a:spcPct val="80000"/>
              </a:lnSpc>
              <a:defRPr sz="5400" b="1" i="0" baseline="0">
                <a:solidFill>
                  <a:srgbClr val="005CA9"/>
                </a:solidFill>
                <a:latin typeface="Uni Sans" pitchFamily="2" charset="77"/>
              </a:defRPr>
            </a:lvl1pPr>
          </a:lstStyle>
          <a:p>
            <a:r>
              <a:rPr lang="fr-FR" dirty="0"/>
              <a:t>TITRE PRÉSENTATION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ésentation Dynamiq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588675" y="-4211781"/>
            <a:ext cx="4780167" cy="6858000"/>
          </a:xfrm>
          <a:prstGeom prst="rect">
            <a:avLst/>
          </a:prstGeom>
        </p:spPr>
      </p:pic>
      <p:sp>
        <p:nvSpPr>
          <p:cNvPr id="9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457200" y="1510614"/>
            <a:ext cx="5008418" cy="1655762"/>
          </a:xfrm>
        </p:spPr>
        <p:txBody>
          <a:bodyPr>
            <a:normAutofit/>
          </a:bodyPr>
          <a:lstStyle>
            <a:lvl1pPr marL="0" indent="0" algn="l">
              <a:buNone/>
              <a:defRPr sz="1600" baseline="0">
                <a:solidFill>
                  <a:srgbClr val="575756"/>
                </a:solidFill>
                <a:latin typeface="Uni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 </a:t>
            </a:r>
            <a:r>
              <a:rPr lang="fr-FR" dirty="0" err="1"/>
              <a:t>nonummy</a:t>
            </a:r>
            <a:r>
              <a:rPr lang="fr-FR" dirty="0"/>
              <a:t> </a:t>
            </a:r>
            <a:r>
              <a:rPr lang="fr-FR" dirty="0" err="1"/>
              <a:t>nibh</a:t>
            </a:r>
            <a:r>
              <a:rPr lang="fr-FR" dirty="0"/>
              <a:t> </a:t>
            </a:r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ut </a:t>
            </a:r>
            <a:r>
              <a:rPr lang="fr-FR" dirty="0" err="1"/>
              <a:t>laoreet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aliquam</a:t>
            </a:r>
            <a:r>
              <a:rPr lang="fr-FR" dirty="0"/>
              <a:t> erat </a:t>
            </a:r>
            <a:r>
              <a:rPr lang="fr-FR" dirty="0" err="1"/>
              <a:t>volutpat</a:t>
            </a:r>
            <a:r>
              <a:rPr lang="fr-FR" dirty="0"/>
              <a:t>. Ut </a:t>
            </a:r>
            <a:r>
              <a:rPr lang="fr-FR" dirty="0" err="1"/>
              <a:t>wisi</a:t>
            </a:r>
            <a:r>
              <a:rPr lang="fr-FR" dirty="0"/>
              <a:t> </a:t>
            </a:r>
            <a:r>
              <a:rPr lang="fr-FR" dirty="0" err="1"/>
              <a:t>enim</a:t>
            </a:r>
            <a:r>
              <a:rPr lang="fr-FR" dirty="0"/>
              <a:t> ad </a:t>
            </a:r>
            <a:r>
              <a:rPr lang="fr-FR" dirty="0" err="1"/>
              <a:t>minim</a:t>
            </a:r>
            <a:r>
              <a:rPr lang="fr-FR" dirty="0"/>
              <a:t> </a:t>
            </a:r>
            <a:r>
              <a:rPr lang="fr-FR" dirty="0" err="1"/>
              <a:t>veniam</a:t>
            </a:r>
            <a:r>
              <a:rPr lang="fr-FR" dirty="0"/>
              <a:t>, </a:t>
            </a:r>
            <a:r>
              <a:rPr lang="fr-FR" dirty="0" err="1"/>
              <a:t>quis</a:t>
            </a:r>
            <a:r>
              <a:rPr lang="fr-FR" dirty="0"/>
              <a:t> </a:t>
            </a:r>
            <a:r>
              <a:rPr lang="fr-FR" dirty="0" err="1"/>
              <a:t>nostrud</a:t>
            </a:r>
            <a:r>
              <a:rPr lang="fr-FR" dirty="0"/>
              <a:t> </a:t>
            </a:r>
            <a:r>
              <a:rPr lang="fr-FR" dirty="0" err="1"/>
              <a:t>exerci</a:t>
            </a:r>
            <a:r>
              <a:rPr lang="fr-FR" dirty="0"/>
              <a:t> </a:t>
            </a:r>
            <a:r>
              <a:rPr lang="fr-FR" dirty="0" err="1"/>
              <a:t>tation</a:t>
            </a:r>
            <a:r>
              <a:rPr lang="fr-FR" dirty="0"/>
              <a:t>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suscipit</a:t>
            </a:r>
            <a:r>
              <a:rPr lang="fr-FR" dirty="0"/>
              <a:t> </a:t>
            </a:r>
            <a:r>
              <a:rPr lang="fr-FR" dirty="0" err="1"/>
              <a:t>lobortis</a:t>
            </a:r>
            <a:r>
              <a:rPr lang="fr-FR" dirty="0"/>
              <a:t> </a:t>
            </a:r>
            <a:r>
              <a:rPr lang="fr-FR" dirty="0" err="1"/>
              <a:t>nisl</a:t>
            </a:r>
            <a:r>
              <a:rPr lang="fr-FR" dirty="0"/>
              <a:t> </a:t>
            </a:r>
            <a:r>
              <a:rPr lang="fr-FR" dirty="0" err="1"/>
              <a:t>commodo</a:t>
            </a:r>
            <a:r>
              <a:rPr lang="fr-FR" dirty="0"/>
              <a:t> </a:t>
            </a:r>
            <a:r>
              <a:rPr lang="fr-FR" dirty="0" err="1"/>
              <a:t>consequat</a:t>
            </a:r>
            <a:r>
              <a:rPr lang="fr-FR" dirty="0"/>
              <a:t>.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4156364"/>
            <a:ext cx="12192000" cy="27016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5BC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61935" y="1627909"/>
            <a:ext cx="4780167" cy="685800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95218" y="5366727"/>
            <a:ext cx="3086710" cy="4428435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37226" y="326860"/>
            <a:ext cx="1198417" cy="566149"/>
          </a:xfrm>
          <a:prstGeom prst="rect">
            <a:avLst/>
          </a:prstGeom>
        </p:spPr>
      </p:pic>
      <p:sp>
        <p:nvSpPr>
          <p:cNvPr id="14" name="Titre 1"/>
          <p:cNvSpPr>
            <a:spLocks noGrp="1"/>
          </p:cNvSpPr>
          <p:nvPr>
            <p:ph type="ctrTitle" hasCustomPrompt="1"/>
          </p:nvPr>
        </p:nvSpPr>
        <p:spPr>
          <a:xfrm>
            <a:off x="457201" y="326861"/>
            <a:ext cx="5008418" cy="1183754"/>
          </a:xfrm>
        </p:spPr>
        <p:txBody>
          <a:bodyPr lIns="90000" anchor="b" anchorCtr="0">
            <a:normAutofit/>
          </a:bodyPr>
          <a:lstStyle>
            <a:lvl1pPr algn="l">
              <a:lnSpc>
                <a:spcPct val="80000"/>
              </a:lnSpc>
              <a:defRPr sz="2400" b="1" i="0" baseline="0">
                <a:solidFill>
                  <a:srgbClr val="005CA9"/>
                </a:solidFill>
                <a:latin typeface="Uni Sans" pitchFamily="2" charset="77"/>
              </a:defRPr>
            </a:lvl1pPr>
          </a:lstStyle>
          <a:p>
            <a:r>
              <a:rPr lang="fr-FR" dirty="0"/>
              <a:t>LOREM IPSUM DOLOR SIT AMET, CONSECTETUER ADIPISCING ELIT.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ésentation Cor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4156364"/>
            <a:ext cx="12192000" cy="2701636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5BC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48810" y="1629410"/>
            <a:ext cx="4779120" cy="6856498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889283" y="5429071"/>
            <a:ext cx="4780167" cy="6858000"/>
          </a:xfrm>
          <a:prstGeom prst="rect">
            <a:avLst/>
          </a:prstGeom>
        </p:spPr>
      </p:pic>
      <p:sp>
        <p:nvSpPr>
          <p:cNvPr id="11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457200" y="1510614"/>
            <a:ext cx="5008418" cy="1655762"/>
          </a:xfrm>
        </p:spPr>
        <p:txBody>
          <a:bodyPr>
            <a:normAutofit/>
          </a:bodyPr>
          <a:lstStyle>
            <a:lvl1pPr marL="0" indent="0" algn="l">
              <a:buNone/>
              <a:defRPr sz="1600" baseline="0">
                <a:solidFill>
                  <a:srgbClr val="575756"/>
                </a:solidFill>
                <a:latin typeface="Uni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 </a:t>
            </a:r>
            <a:r>
              <a:rPr lang="fr-FR" dirty="0" err="1"/>
              <a:t>nonummy</a:t>
            </a:r>
            <a:r>
              <a:rPr lang="fr-FR" dirty="0"/>
              <a:t> </a:t>
            </a:r>
            <a:r>
              <a:rPr lang="fr-FR" dirty="0" err="1"/>
              <a:t>nibh</a:t>
            </a:r>
            <a:r>
              <a:rPr lang="fr-FR" dirty="0"/>
              <a:t> </a:t>
            </a:r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ut </a:t>
            </a:r>
            <a:r>
              <a:rPr lang="fr-FR" dirty="0" err="1"/>
              <a:t>laoreet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aliquam</a:t>
            </a:r>
            <a:r>
              <a:rPr lang="fr-FR" dirty="0"/>
              <a:t> erat </a:t>
            </a:r>
            <a:r>
              <a:rPr lang="fr-FR" dirty="0" err="1"/>
              <a:t>volutpat</a:t>
            </a:r>
            <a:r>
              <a:rPr lang="fr-FR" dirty="0"/>
              <a:t>. Ut </a:t>
            </a:r>
            <a:r>
              <a:rPr lang="fr-FR" dirty="0" err="1"/>
              <a:t>wisi</a:t>
            </a:r>
            <a:r>
              <a:rPr lang="fr-FR" dirty="0"/>
              <a:t> </a:t>
            </a:r>
            <a:r>
              <a:rPr lang="fr-FR" dirty="0" err="1"/>
              <a:t>enim</a:t>
            </a:r>
            <a:r>
              <a:rPr lang="fr-FR" dirty="0"/>
              <a:t> ad </a:t>
            </a:r>
            <a:r>
              <a:rPr lang="fr-FR" dirty="0" err="1"/>
              <a:t>minim</a:t>
            </a:r>
            <a:r>
              <a:rPr lang="fr-FR" dirty="0"/>
              <a:t> </a:t>
            </a:r>
            <a:r>
              <a:rPr lang="fr-FR" dirty="0" err="1"/>
              <a:t>veniam</a:t>
            </a:r>
            <a:r>
              <a:rPr lang="fr-FR" dirty="0"/>
              <a:t>, </a:t>
            </a:r>
            <a:r>
              <a:rPr lang="fr-FR" dirty="0" err="1"/>
              <a:t>quis</a:t>
            </a:r>
            <a:r>
              <a:rPr lang="fr-FR" dirty="0"/>
              <a:t> </a:t>
            </a:r>
            <a:r>
              <a:rPr lang="fr-FR" dirty="0" err="1"/>
              <a:t>nostrud</a:t>
            </a:r>
            <a:r>
              <a:rPr lang="fr-FR" dirty="0"/>
              <a:t> </a:t>
            </a:r>
            <a:r>
              <a:rPr lang="fr-FR" dirty="0" err="1"/>
              <a:t>exerci</a:t>
            </a:r>
            <a:r>
              <a:rPr lang="fr-FR" dirty="0"/>
              <a:t> </a:t>
            </a:r>
            <a:r>
              <a:rPr lang="fr-FR" dirty="0" err="1"/>
              <a:t>tation</a:t>
            </a:r>
            <a:r>
              <a:rPr lang="fr-FR" dirty="0"/>
              <a:t>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suscipit</a:t>
            </a:r>
            <a:r>
              <a:rPr lang="fr-FR" dirty="0"/>
              <a:t> </a:t>
            </a:r>
            <a:r>
              <a:rPr lang="fr-FR" dirty="0" err="1"/>
              <a:t>lobortis</a:t>
            </a:r>
            <a:r>
              <a:rPr lang="fr-FR" dirty="0"/>
              <a:t> </a:t>
            </a:r>
            <a:r>
              <a:rPr lang="fr-FR" dirty="0" err="1"/>
              <a:t>nisl</a:t>
            </a:r>
            <a:r>
              <a:rPr lang="fr-FR" dirty="0"/>
              <a:t> </a:t>
            </a:r>
            <a:r>
              <a:rPr lang="fr-FR" dirty="0" err="1"/>
              <a:t>commodo</a:t>
            </a:r>
            <a:r>
              <a:rPr lang="fr-FR" dirty="0"/>
              <a:t> </a:t>
            </a:r>
            <a:r>
              <a:rPr lang="fr-FR" dirty="0" err="1"/>
              <a:t>consequat</a:t>
            </a:r>
            <a:r>
              <a:rPr lang="fr-FR" dirty="0"/>
              <a:t>.</a:t>
            </a:r>
          </a:p>
        </p:txBody>
      </p:sp>
      <p:pic>
        <p:nvPicPr>
          <p:cNvPr id="15" name="Image 1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37226" y="326860"/>
            <a:ext cx="1198417" cy="566149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3588675" y="-4211781"/>
            <a:ext cx="4780167" cy="6858000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ctrTitle" hasCustomPrompt="1"/>
          </p:nvPr>
        </p:nvSpPr>
        <p:spPr>
          <a:xfrm>
            <a:off x="457201" y="326861"/>
            <a:ext cx="5008418" cy="1183754"/>
          </a:xfrm>
        </p:spPr>
        <p:txBody>
          <a:bodyPr lIns="90000" anchor="b" anchorCtr="0">
            <a:normAutofit/>
          </a:bodyPr>
          <a:lstStyle>
            <a:lvl1pPr algn="l">
              <a:lnSpc>
                <a:spcPct val="80000"/>
              </a:lnSpc>
              <a:defRPr sz="2400" b="1" i="0" baseline="0">
                <a:solidFill>
                  <a:schemeClr val="tx2"/>
                </a:solidFill>
                <a:latin typeface="Uni Sans" pitchFamily="2" charset="77"/>
              </a:defRPr>
            </a:lvl1pPr>
          </a:lstStyle>
          <a:p>
            <a:r>
              <a:rPr lang="fr-FR" dirty="0"/>
              <a:t>LOREM IPSUM DOLOR SIT AMET, CONSECTETUER ADIPISCING ELIT.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ésentation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637533" y="-4101476"/>
            <a:ext cx="4720527" cy="6772435"/>
          </a:xfrm>
          <a:prstGeom prst="rect">
            <a:avLst/>
          </a:prstGeom>
        </p:spPr>
      </p:pic>
      <p:sp>
        <p:nvSpPr>
          <p:cNvPr id="11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457200" y="1510614"/>
            <a:ext cx="5008418" cy="1655762"/>
          </a:xfrm>
        </p:spPr>
        <p:txBody>
          <a:bodyPr>
            <a:normAutofit/>
          </a:bodyPr>
          <a:lstStyle>
            <a:lvl1pPr marL="0" indent="0" algn="l">
              <a:buNone/>
              <a:defRPr sz="1600" baseline="0">
                <a:solidFill>
                  <a:srgbClr val="575756"/>
                </a:solidFill>
                <a:latin typeface="Uni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 </a:t>
            </a:r>
            <a:r>
              <a:rPr lang="fr-FR" dirty="0" err="1"/>
              <a:t>nonummy</a:t>
            </a:r>
            <a:r>
              <a:rPr lang="fr-FR" dirty="0"/>
              <a:t> </a:t>
            </a:r>
            <a:r>
              <a:rPr lang="fr-FR" dirty="0" err="1"/>
              <a:t>nibh</a:t>
            </a:r>
            <a:r>
              <a:rPr lang="fr-FR" dirty="0"/>
              <a:t> </a:t>
            </a:r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ut </a:t>
            </a:r>
            <a:r>
              <a:rPr lang="fr-FR" dirty="0" err="1"/>
              <a:t>laoreet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aliquam</a:t>
            </a:r>
            <a:r>
              <a:rPr lang="fr-FR" dirty="0"/>
              <a:t> erat </a:t>
            </a:r>
            <a:r>
              <a:rPr lang="fr-FR" dirty="0" err="1"/>
              <a:t>volutpat</a:t>
            </a:r>
            <a:r>
              <a:rPr lang="fr-FR" dirty="0"/>
              <a:t>. Ut </a:t>
            </a:r>
            <a:r>
              <a:rPr lang="fr-FR" dirty="0" err="1"/>
              <a:t>wisi</a:t>
            </a:r>
            <a:r>
              <a:rPr lang="fr-FR" dirty="0"/>
              <a:t> </a:t>
            </a:r>
            <a:r>
              <a:rPr lang="fr-FR" dirty="0" err="1"/>
              <a:t>enim</a:t>
            </a:r>
            <a:r>
              <a:rPr lang="fr-FR" dirty="0"/>
              <a:t> ad </a:t>
            </a:r>
            <a:r>
              <a:rPr lang="fr-FR" dirty="0" err="1"/>
              <a:t>minim</a:t>
            </a:r>
            <a:r>
              <a:rPr lang="fr-FR" dirty="0"/>
              <a:t> </a:t>
            </a:r>
            <a:r>
              <a:rPr lang="fr-FR" dirty="0" err="1"/>
              <a:t>veniam</a:t>
            </a:r>
            <a:r>
              <a:rPr lang="fr-FR" dirty="0"/>
              <a:t>, </a:t>
            </a:r>
            <a:r>
              <a:rPr lang="fr-FR" dirty="0" err="1"/>
              <a:t>quis</a:t>
            </a:r>
            <a:r>
              <a:rPr lang="fr-FR" dirty="0"/>
              <a:t> </a:t>
            </a:r>
            <a:r>
              <a:rPr lang="fr-FR" dirty="0" err="1"/>
              <a:t>nostrud</a:t>
            </a:r>
            <a:r>
              <a:rPr lang="fr-FR" dirty="0"/>
              <a:t> </a:t>
            </a:r>
            <a:r>
              <a:rPr lang="fr-FR" dirty="0" err="1"/>
              <a:t>exerci</a:t>
            </a:r>
            <a:r>
              <a:rPr lang="fr-FR" dirty="0"/>
              <a:t> </a:t>
            </a:r>
            <a:r>
              <a:rPr lang="fr-FR" dirty="0" err="1"/>
              <a:t>tation</a:t>
            </a:r>
            <a:r>
              <a:rPr lang="fr-FR" dirty="0"/>
              <a:t>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suscipit</a:t>
            </a:r>
            <a:r>
              <a:rPr lang="fr-FR" dirty="0"/>
              <a:t> </a:t>
            </a:r>
            <a:r>
              <a:rPr lang="fr-FR" dirty="0" err="1"/>
              <a:t>lobortis</a:t>
            </a:r>
            <a:r>
              <a:rPr lang="fr-FR" dirty="0"/>
              <a:t> </a:t>
            </a:r>
            <a:r>
              <a:rPr lang="fr-FR" dirty="0" err="1"/>
              <a:t>nisl</a:t>
            </a:r>
            <a:r>
              <a:rPr lang="fr-FR" dirty="0"/>
              <a:t> </a:t>
            </a:r>
            <a:r>
              <a:rPr lang="fr-FR" dirty="0" err="1"/>
              <a:t>commodo</a:t>
            </a:r>
            <a:r>
              <a:rPr lang="fr-FR" dirty="0"/>
              <a:t> </a:t>
            </a:r>
            <a:r>
              <a:rPr lang="fr-FR" dirty="0" err="1"/>
              <a:t>consequat</a:t>
            </a:r>
            <a:r>
              <a:rPr lang="fr-FR" dirty="0"/>
              <a:t>.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4156364"/>
            <a:ext cx="12192000" cy="2701636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5BC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889283" y="5429071"/>
            <a:ext cx="4780167" cy="68580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61935" y="1627909"/>
            <a:ext cx="4780167" cy="6858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637226" y="326860"/>
            <a:ext cx="1198417" cy="566149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ctrTitle" hasCustomPrompt="1"/>
          </p:nvPr>
        </p:nvSpPr>
        <p:spPr>
          <a:xfrm>
            <a:off x="457201" y="326861"/>
            <a:ext cx="5008418" cy="1183754"/>
          </a:xfrm>
        </p:spPr>
        <p:txBody>
          <a:bodyPr lIns="90000" anchor="b" anchorCtr="0">
            <a:normAutofit/>
          </a:bodyPr>
          <a:lstStyle>
            <a:lvl1pPr algn="l">
              <a:lnSpc>
                <a:spcPct val="80000"/>
              </a:lnSpc>
              <a:defRPr sz="2400" b="1" i="0" baseline="0">
                <a:solidFill>
                  <a:srgbClr val="575756"/>
                </a:solidFill>
                <a:latin typeface="Uni Sans" pitchFamily="2" charset="77"/>
              </a:defRPr>
            </a:lvl1pPr>
          </a:lstStyle>
          <a:p>
            <a:r>
              <a:rPr lang="fr-FR" dirty="0"/>
              <a:t>LOREM IPSUM DOLOR SIT AMET, CONSECTETUER ADIPISCING ELIT.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résentation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24594" y="-3682376"/>
            <a:ext cx="4720527" cy="6772435"/>
          </a:xfrm>
          <a:prstGeom prst="rect">
            <a:avLst/>
          </a:prstGeom>
        </p:spPr>
      </p:pic>
      <p:sp>
        <p:nvSpPr>
          <p:cNvPr id="11" name="Sous-titre 2"/>
          <p:cNvSpPr>
            <a:spLocks noGrp="1"/>
          </p:cNvSpPr>
          <p:nvPr>
            <p:ph type="subTitle" idx="1"/>
          </p:nvPr>
        </p:nvSpPr>
        <p:spPr>
          <a:xfrm>
            <a:off x="457199" y="1510614"/>
            <a:ext cx="11378443" cy="485776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aseline="0">
                <a:solidFill>
                  <a:srgbClr val="575756"/>
                </a:solidFill>
                <a:latin typeface="Uni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37226" y="326860"/>
            <a:ext cx="1198417" cy="566149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ctrTitle" hasCustomPrompt="1"/>
          </p:nvPr>
        </p:nvSpPr>
        <p:spPr>
          <a:xfrm>
            <a:off x="457201" y="326861"/>
            <a:ext cx="5008418" cy="1183754"/>
          </a:xfrm>
        </p:spPr>
        <p:txBody>
          <a:bodyPr lIns="90000" anchor="b" anchorCtr="0">
            <a:normAutofit/>
          </a:bodyPr>
          <a:lstStyle>
            <a:lvl1pPr algn="l">
              <a:lnSpc>
                <a:spcPct val="80000"/>
              </a:lnSpc>
              <a:defRPr sz="2400" b="1" i="0" baseline="0">
                <a:solidFill>
                  <a:srgbClr val="575756"/>
                </a:solidFill>
                <a:latin typeface="Uni Sans" pitchFamily="2" charset="77"/>
              </a:defRPr>
            </a:lvl1pPr>
          </a:lstStyle>
          <a:p>
            <a:r>
              <a:rPr lang="fr-FR" dirty="0"/>
              <a:t>LOREM IPSUM DOLOR SIT AMET, CONSECTETUER ADIPISCING ELIT.</a:t>
            </a:r>
          </a:p>
        </p:txBody>
      </p:sp>
      <p:pic>
        <p:nvPicPr>
          <p:cNvPr id="14" name="Imag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68494" y="1667027"/>
            <a:ext cx="4720527" cy="6772435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20681" y="2552734"/>
            <a:ext cx="4720527" cy="67724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499466" y="-7212847"/>
            <a:ext cx="8963866" cy="12860259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82447" y="-4986938"/>
            <a:ext cx="6231866" cy="894072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982580" y="4436846"/>
            <a:ext cx="8963866" cy="12860259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27599" y="2850777"/>
            <a:ext cx="6231866" cy="8940720"/>
          </a:xfrm>
          <a:prstGeom prst="rect">
            <a:avLst/>
          </a:prstGeom>
        </p:spPr>
      </p:pic>
      <p:sp>
        <p:nvSpPr>
          <p:cNvPr id="9" name="Titre 1"/>
          <p:cNvSpPr>
            <a:spLocks noGrp="1"/>
          </p:cNvSpPr>
          <p:nvPr>
            <p:ph type="ctrTitle" hasCustomPrompt="1"/>
          </p:nvPr>
        </p:nvSpPr>
        <p:spPr>
          <a:xfrm>
            <a:off x="1524000" y="2594043"/>
            <a:ext cx="9144000" cy="915920"/>
          </a:xfrm>
        </p:spPr>
        <p:txBody>
          <a:bodyPr anchor="ctr" anchorCtr="1">
            <a:noAutofit/>
          </a:bodyPr>
          <a:lstStyle>
            <a:lvl1pPr algn="ctr">
              <a:defRPr sz="9600" b="0" i="0" baseline="0">
                <a:latin typeface="Uni Sans" pitchFamily="2" charset="77"/>
              </a:defRPr>
            </a:lvl1pPr>
          </a:lstStyle>
          <a:p>
            <a:r>
              <a:rPr lang="fr-FR" dirty="0"/>
              <a:t>Merci</a:t>
            </a:r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499466" y="-7224723"/>
            <a:ext cx="8963866" cy="12860259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8030" y="4861184"/>
            <a:ext cx="1295939" cy="616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037308"/>
            <a:ext cx="12192000" cy="2820692"/>
          </a:xfrm>
          <a:prstGeom prst="rect">
            <a:avLst/>
          </a:prstGeom>
          <a:solidFill>
            <a:srgbClr val="005C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5BC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rgbClr val="005CA9"/>
                </a:solidFill>
                <a:latin typeface="Uni Sans" pitchFamily="2" charset="77"/>
              </a:defRPr>
            </a:lvl1pPr>
          </a:lstStyle>
          <a:p>
            <a:r>
              <a:rPr lang="fr-FR" dirty="0"/>
              <a:t>Extras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49298" y="4240087"/>
            <a:ext cx="2346702" cy="234670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778" y="2059700"/>
            <a:ext cx="2577307" cy="1608595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778" y="4657240"/>
            <a:ext cx="2577307" cy="1608595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73138" y="4130279"/>
            <a:ext cx="3906111" cy="288048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873138" y="3668295"/>
            <a:ext cx="3906111" cy="288048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891366" y="1881633"/>
            <a:ext cx="1856561" cy="1673948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096000" y="1881633"/>
            <a:ext cx="1856561" cy="1673948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300634" y="1882947"/>
            <a:ext cx="1886995" cy="1704383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495634" y="4690551"/>
            <a:ext cx="1062501" cy="12796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037308"/>
            <a:ext cx="12192000" cy="2820692"/>
          </a:xfrm>
          <a:prstGeom prst="rect">
            <a:avLst/>
          </a:prstGeom>
          <a:solidFill>
            <a:srgbClr val="005C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5BC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766161" cy="1325563"/>
          </a:xfrm>
        </p:spPr>
        <p:txBody>
          <a:bodyPr/>
          <a:lstStyle>
            <a:lvl1pPr>
              <a:defRPr b="1" i="0">
                <a:solidFill>
                  <a:srgbClr val="005CA9"/>
                </a:solidFill>
                <a:latin typeface="Uni Sans" pitchFamily="2" charset="77"/>
              </a:defRPr>
            </a:lvl1pPr>
          </a:lstStyle>
          <a:p>
            <a:r>
              <a:rPr lang="fr-FR" dirty="0"/>
              <a:t>Extras</a:t>
            </a:r>
          </a:p>
        </p:txBody>
      </p:sp>
      <p:pic>
        <p:nvPicPr>
          <p:cNvPr id="100" name="Image 9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494" y="5704519"/>
            <a:ext cx="762000" cy="889000"/>
          </a:xfrm>
          <a:prstGeom prst="rect">
            <a:avLst/>
          </a:prstGeom>
        </p:spPr>
      </p:pic>
      <p:pic>
        <p:nvPicPr>
          <p:cNvPr id="102" name="Image 10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48102" y="1925785"/>
            <a:ext cx="762000" cy="889000"/>
          </a:xfrm>
          <a:prstGeom prst="rect">
            <a:avLst/>
          </a:prstGeom>
        </p:spPr>
      </p:pic>
      <p:pic>
        <p:nvPicPr>
          <p:cNvPr id="108" name="Image 10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6094" y="4150209"/>
            <a:ext cx="1295400" cy="1295400"/>
          </a:xfrm>
          <a:prstGeom prst="rect">
            <a:avLst/>
          </a:prstGeom>
        </p:spPr>
      </p:pic>
      <p:pic>
        <p:nvPicPr>
          <p:cNvPr id="110" name="Image 10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863187" y="4556609"/>
            <a:ext cx="774700" cy="482600"/>
          </a:xfrm>
          <a:prstGeom prst="rect">
            <a:avLst/>
          </a:prstGeom>
        </p:spPr>
      </p:pic>
      <p:pic>
        <p:nvPicPr>
          <p:cNvPr id="112" name="Image 11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839580" y="4556609"/>
            <a:ext cx="723900" cy="609600"/>
          </a:xfrm>
          <a:prstGeom prst="rect">
            <a:avLst/>
          </a:prstGeom>
        </p:spPr>
      </p:pic>
      <p:pic>
        <p:nvPicPr>
          <p:cNvPr id="106" name="Image 10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72494" y="4537559"/>
            <a:ext cx="482600" cy="520700"/>
          </a:xfrm>
          <a:prstGeom prst="rect">
            <a:avLst/>
          </a:prstGeom>
        </p:spPr>
      </p:pic>
      <p:pic>
        <p:nvPicPr>
          <p:cNvPr id="116" name="Image 115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66094" y="2661134"/>
            <a:ext cx="1295400" cy="1295400"/>
          </a:xfrm>
          <a:prstGeom prst="rect">
            <a:avLst/>
          </a:prstGeom>
        </p:spPr>
      </p:pic>
      <p:pic>
        <p:nvPicPr>
          <p:cNvPr id="118" name="Image 11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653368" y="5679065"/>
            <a:ext cx="558800" cy="914400"/>
          </a:xfrm>
          <a:prstGeom prst="rect">
            <a:avLst/>
          </a:prstGeom>
        </p:spPr>
      </p:pic>
      <p:pic>
        <p:nvPicPr>
          <p:cNvPr id="120" name="Image 119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604361" y="5679065"/>
            <a:ext cx="558800" cy="914400"/>
          </a:xfrm>
          <a:prstGeom prst="rect">
            <a:avLst/>
          </a:prstGeom>
        </p:spPr>
      </p:pic>
      <p:pic>
        <p:nvPicPr>
          <p:cNvPr id="122" name="Image 121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506347" y="5958465"/>
            <a:ext cx="1016000" cy="635000"/>
          </a:xfrm>
          <a:prstGeom prst="rect">
            <a:avLst/>
          </a:prstGeom>
        </p:spPr>
      </p:pic>
      <p:pic>
        <p:nvPicPr>
          <p:cNvPr id="124" name="Image 123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555354" y="5679065"/>
            <a:ext cx="558800" cy="914400"/>
          </a:xfrm>
          <a:prstGeom prst="rect">
            <a:avLst/>
          </a:prstGeom>
        </p:spPr>
      </p:pic>
      <p:pic>
        <p:nvPicPr>
          <p:cNvPr id="126" name="Image 125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914540" y="5590165"/>
            <a:ext cx="1270000" cy="1092200"/>
          </a:xfrm>
          <a:prstGeom prst="rect">
            <a:avLst/>
          </a:prstGeom>
        </p:spPr>
      </p:pic>
      <p:pic>
        <p:nvPicPr>
          <p:cNvPr id="128" name="Image 127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576733" y="5704519"/>
            <a:ext cx="1168400" cy="1003300"/>
          </a:xfrm>
          <a:prstGeom prst="rect">
            <a:avLst/>
          </a:prstGeom>
        </p:spPr>
      </p:pic>
      <p:pic>
        <p:nvPicPr>
          <p:cNvPr id="130" name="Image 129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137326" y="5755319"/>
            <a:ext cx="1193800" cy="952500"/>
          </a:xfrm>
          <a:prstGeom prst="rect">
            <a:avLst/>
          </a:prstGeom>
        </p:spPr>
      </p:pic>
      <p:pic>
        <p:nvPicPr>
          <p:cNvPr id="132" name="Image 13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723319" y="5729865"/>
            <a:ext cx="1092200" cy="812800"/>
          </a:xfrm>
          <a:prstGeom prst="rect">
            <a:avLst/>
          </a:prstGeom>
        </p:spPr>
      </p:pic>
      <p:pic>
        <p:nvPicPr>
          <p:cNvPr id="134" name="Image 133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573636" y="2790050"/>
            <a:ext cx="749300" cy="1206500"/>
          </a:xfrm>
          <a:prstGeom prst="rect">
            <a:avLst/>
          </a:prstGeom>
        </p:spPr>
      </p:pic>
      <p:pic>
        <p:nvPicPr>
          <p:cNvPr id="136" name="Image 135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4619140" y="2866250"/>
            <a:ext cx="1295400" cy="1130300"/>
          </a:xfrm>
          <a:prstGeom prst="rect">
            <a:avLst/>
          </a:prstGeom>
        </p:spPr>
      </p:pic>
      <p:pic>
        <p:nvPicPr>
          <p:cNvPr id="138" name="Image 137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5969430" y="414352"/>
            <a:ext cx="1206500" cy="1206500"/>
          </a:xfrm>
          <a:prstGeom prst="rect">
            <a:avLst/>
          </a:prstGeom>
        </p:spPr>
      </p:pic>
      <p:pic>
        <p:nvPicPr>
          <p:cNvPr id="140" name="Image 139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6092610" y="2993453"/>
            <a:ext cx="558800" cy="914400"/>
          </a:xfrm>
          <a:prstGeom prst="rect">
            <a:avLst/>
          </a:prstGeom>
        </p:spPr>
      </p:pic>
      <p:pic>
        <p:nvPicPr>
          <p:cNvPr id="142" name="Image 141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6988873" y="2971800"/>
            <a:ext cx="558800" cy="914400"/>
          </a:xfrm>
          <a:prstGeom prst="rect">
            <a:avLst/>
          </a:prstGeom>
        </p:spPr>
      </p:pic>
      <p:pic>
        <p:nvPicPr>
          <p:cNvPr id="144" name="Image 143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7881533" y="2971800"/>
            <a:ext cx="558800" cy="914400"/>
          </a:xfrm>
          <a:prstGeom prst="rect">
            <a:avLst/>
          </a:prstGeom>
        </p:spPr>
      </p:pic>
      <p:pic>
        <p:nvPicPr>
          <p:cNvPr id="146" name="Image 145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8745133" y="2880381"/>
            <a:ext cx="1270000" cy="1092200"/>
          </a:xfrm>
          <a:prstGeom prst="rect">
            <a:avLst/>
          </a:prstGeom>
        </p:spPr>
      </p:pic>
      <p:pic>
        <p:nvPicPr>
          <p:cNvPr id="148" name="Image 147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0319933" y="2949467"/>
            <a:ext cx="1168400" cy="1003300"/>
          </a:xfrm>
          <a:prstGeom prst="rect">
            <a:avLst/>
          </a:prstGeom>
        </p:spPr>
      </p:pic>
      <p:pic>
        <p:nvPicPr>
          <p:cNvPr id="150" name="Image 149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8783233" y="1837550"/>
            <a:ext cx="1193800" cy="952500"/>
          </a:xfrm>
          <a:prstGeom prst="rect">
            <a:avLst/>
          </a:prstGeom>
        </p:spPr>
      </p:pic>
      <p:pic>
        <p:nvPicPr>
          <p:cNvPr id="152" name="Image 151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10331126" y="1974933"/>
            <a:ext cx="1092200" cy="812800"/>
          </a:xfrm>
          <a:prstGeom prst="rect">
            <a:avLst/>
          </a:prstGeom>
        </p:spPr>
      </p:pic>
      <p:pic>
        <p:nvPicPr>
          <p:cNvPr id="154" name="Image 153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10529483" y="484188"/>
            <a:ext cx="749300" cy="1206500"/>
          </a:xfrm>
          <a:prstGeom prst="rect">
            <a:avLst/>
          </a:prstGeom>
        </p:spPr>
      </p:pic>
      <p:pic>
        <p:nvPicPr>
          <p:cNvPr id="156" name="Image 155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8995473" y="560452"/>
            <a:ext cx="1295400" cy="1130300"/>
          </a:xfrm>
          <a:prstGeom prst="rect">
            <a:avLst/>
          </a:prstGeom>
        </p:spPr>
      </p:pic>
      <p:pic>
        <p:nvPicPr>
          <p:cNvPr id="158" name="Image 157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414540" y="484188"/>
            <a:ext cx="1206500" cy="1206500"/>
          </a:xfrm>
          <a:prstGeom prst="rect">
            <a:avLst/>
          </a:prstGeom>
        </p:spPr>
      </p:pic>
      <p:pic>
        <p:nvPicPr>
          <p:cNvPr id="160" name="Image 159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3924568" y="4518509"/>
            <a:ext cx="673100" cy="685800"/>
          </a:xfrm>
          <a:prstGeom prst="rect">
            <a:avLst/>
          </a:prstGeom>
        </p:spPr>
      </p:pic>
      <p:pic>
        <p:nvPicPr>
          <p:cNvPr id="164" name="Image 163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6598833" y="1794030"/>
            <a:ext cx="977900" cy="977900"/>
          </a:xfrm>
          <a:prstGeom prst="rect">
            <a:avLst/>
          </a:prstGeom>
        </p:spPr>
      </p:pic>
      <p:pic>
        <p:nvPicPr>
          <p:cNvPr id="166" name="Image 165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5620933" y="1837550"/>
            <a:ext cx="977900" cy="9779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ags" Target="../tags/tag2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.emf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vmlDrawing" Target="../drawings/vmlDrawing2.v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20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ags" Target="../tags/tag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t 7" hidden="1"/>
          <p:cNvGraphicFramePr>
            <a:graphicFrameLocks noChangeAspect="1"/>
          </p:cNvGraphicFramePr>
          <p:nvPr userDrawn="1">
            <p:custDataLst>
              <p:tags r:id="rId1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" name="Diapositive think-cell" r:id="rId15" imgW="9525" imgH="9525" progId="TCLayout.ActiveDocument.1">
                  <p:embed/>
                </p:oleObj>
              </mc:Choice>
              <mc:Fallback>
                <p:oleObj name="Diapositive think-cell" r:id="rId15" imgW="9525" imgH="9525" progId="TCLayout.ActiveDocument.1">
                  <p:embed/>
                  <p:pic>
                    <p:nvPicPr>
                      <p:cNvPr id="0" name="Objet 7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808A9-6EBC-40C8-BDFC-820E866D6BCD}" type="datetime1">
              <a:rPr lang="fr-FR" smtClean="0"/>
              <a:t>08/06/2026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4C671-4C04-4781-9789-38CB9AFDFE4F}" type="slidenum">
              <a:rPr lang="fr-FR" smtClean="0"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t 7" hidden="1"/>
          <p:cNvGraphicFramePr>
            <a:graphicFrameLocks noChangeAspect="1"/>
          </p:cNvGraphicFramePr>
          <p:nvPr userDrawn="1">
            <p:custDataLst>
              <p:tags r:id="rId1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Diapositive think-cell" r:id="rId20" imgW="8255" imgH="8255" progId="TCLayout.ActiveDocument.1">
                  <p:embed/>
                </p:oleObj>
              </mc:Choice>
              <mc:Fallback>
                <p:oleObj name="Diapositive think-cell" r:id="rId20" imgW="8255" imgH="8255" progId="TCLayout.ActiveDocument.1">
                  <p:embed/>
                  <p:pic>
                    <p:nvPicPr>
                      <p:cNvPr id="0" name="Objet 7" hidden="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4400" b="0" i="0" u="none" strike="noStrike" kern="1200" cap="none" spc="0" normalizeH="0" baseline="0" noProof="0" dirty="0">
              <a:ln>
                <a:noFill/>
              </a:ln>
              <a:solidFill>
                <a:srgbClr val="005BC3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+mn-cs"/>
              <a:sym typeface="Calibri Light" panose="020F0302020204030204" pitchFamily="34" charset="0"/>
            </a:endParaRPr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6B58CD0-0914-C743-8B75-15AE84090FDD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FFF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08/06/2026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FEFFFF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FEFFFF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DA1AC21-5E96-FD40-A393-4FB85D4E9C8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EFFFF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FEFFFF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268719" y="2733041"/>
            <a:ext cx="5542149" cy="1107437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Book Antiqua" panose="02040602050305030304" pitchFamily="18" charset="0"/>
              </a:rPr>
            </a:br>
            <a:br>
              <a:rPr lang="en-US" sz="2400" dirty="0">
                <a:latin typeface="Book Antiqua" panose="02040602050305030304" pitchFamily="18" charset="0"/>
              </a:rPr>
            </a:br>
            <a:r>
              <a:rPr lang="fr-FR" sz="240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·</a:t>
            </a:r>
            <a:r>
              <a:rPr lang="fr-FR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</a:t>
            </a:r>
            <a:r>
              <a:rPr lang="fr-FR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Recrutement – Études</a:t>
            </a:r>
            <a:br>
              <a:rPr lang="fr-FR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fr-FR" sz="240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·</a:t>
            </a:r>
            <a:r>
              <a:rPr lang="fr-FR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</a:t>
            </a:r>
            <a:r>
              <a:rPr lang="fr-FR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Clients en attente de raccordement</a:t>
            </a:r>
            <a:br>
              <a:rPr lang="fr-FR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fr-FR" sz="240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·</a:t>
            </a:r>
            <a:r>
              <a:rPr lang="fr-FR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</a:t>
            </a:r>
            <a:r>
              <a:rPr lang="fr-FR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Clients raccordés</a:t>
            </a:r>
            <a:endParaRPr lang="fr-FR" sz="2400" dirty="0">
              <a:latin typeface="Book Antiqua" panose="02040602050305030304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8241030" y="586359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Version : 09/06/2026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87E6551-DB2B-45CB-86EB-B38E2F30D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Recrutement – Études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Clients en attente de raccordement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Clients raccordés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0" y="332071"/>
            <a:ext cx="10694602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sz="2400" b="1" dirty="0">
                <a:solidFill>
                  <a:prstClr val="white"/>
                </a:solidFill>
                <a:latin typeface="Book Antiqua" panose="02040602050305030304" pitchFamily="18" charset="0"/>
              </a:rPr>
              <a:t>1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t>. Recrutement Client-Etude</a:t>
            </a:r>
            <a:endParaRPr kumimoji="0" lang="x-non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10838353" y="332071"/>
            <a:ext cx="925545" cy="438918"/>
          </a:xfrm>
          <a:prstGeom prst="rect">
            <a:avLst/>
          </a:prstGeom>
        </p:spPr>
      </p:pic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86486C17-4CAE-467F-9BBC-03CF1BF25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61457"/>
              </p:ext>
            </p:extLst>
          </p:nvPr>
        </p:nvGraphicFramePr>
        <p:xfrm>
          <a:off x="144378" y="924024"/>
          <a:ext cx="10550221" cy="5886470"/>
        </p:xfrm>
        <a:graphic>
          <a:graphicData uri="http://schemas.openxmlformats.org/drawingml/2006/table">
            <a:tbl>
              <a:tblPr/>
              <a:tblGrid>
                <a:gridCol w="1004783">
                  <a:extLst>
                    <a:ext uri="{9D8B030D-6E8A-4147-A177-3AD203B41FA5}">
                      <a16:colId xmlns:a16="http://schemas.microsoft.com/office/drawing/2014/main" val="3328315045"/>
                    </a:ext>
                  </a:extLst>
                </a:gridCol>
                <a:gridCol w="1363634">
                  <a:extLst>
                    <a:ext uri="{9D8B030D-6E8A-4147-A177-3AD203B41FA5}">
                      <a16:colId xmlns:a16="http://schemas.microsoft.com/office/drawing/2014/main" val="2988485070"/>
                    </a:ext>
                  </a:extLst>
                </a:gridCol>
                <a:gridCol w="1363634">
                  <a:extLst>
                    <a:ext uri="{9D8B030D-6E8A-4147-A177-3AD203B41FA5}">
                      <a16:colId xmlns:a16="http://schemas.microsoft.com/office/drawing/2014/main" val="277931551"/>
                    </a:ext>
                  </a:extLst>
                </a:gridCol>
                <a:gridCol w="1363634">
                  <a:extLst>
                    <a:ext uri="{9D8B030D-6E8A-4147-A177-3AD203B41FA5}">
                      <a16:colId xmlns:a16="http://schemas.microsoft.com/office/drawing/2014/main" val="2260039681"/>
                    </a:ext>
                  </a:extLst>
                </a:gridCol>
                <a:gridCol w="1363634">
                  <a:extLst>
                    <a:ext uri="{9D8B030D-6E8A-4147-A177-3AD203B41FA5}">
                      <a16:colId xmlns:a16="http://schemas.microsoft.com/office/drawing/2014/main" val="1407656362"/>
                    </a:ext>
                  </a:extLst>
                </a:gridCol>
                <a:gridCol w="1363634">
                  <a:extLst>
                    <a:ext uri="{9D8B030D-6E8A-4147-A177-3AD203B41FA5}">
                      <a16:colId xmlns:a16="http://schemas.microsoft.com/office/drawing/2014/main" val="2335219986"/>
                    </a:ext>
                  </a:extLst>
                </a:gridCol>
                <a:gridCol w="1363634">
                  <a:extLst>
                    <a:ext uri="{9D8B030D-6E8A-4147-A177-3AD203B41FA5}">
                      <a16:colId xmlns:a16="http://schemas.microsoft.com/office/drawing/2014/main" val="1977579268"/>
                    </a:ext>
                  </a:extLst>
                </a:gridCol>
                <a:gridCol w="1363634">
                  <a:extLst>
                    <a:ext uri="{9D8B030D-6E8A-4147-A177-3AD203B41FA5}">
                      <a16:colId xmlns:a16="http://schemas.microsoft.com/office/drawing/2014/main" val="2516149566"/>
                    </a:ext>
                  </a:extLst>
                </a:gridCol>
              </a:tblGrid>
              <a:tr h="204901"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0" marR="5030" marT="503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Bilan de la journée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Instances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026700"/>
                  </a:ext>
                </a:extLst>
              </a:tr>
              <a:tr h="453267"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0" marR="5030" marT="503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Commandes du Jour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Raccordement du Jour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Cumul Instances en Etude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Cumul Instances Sans PCO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Cumul Instances Avec PCO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Cumul Instances Hors Zone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Total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712260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23/05/2026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891654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24/05/2026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703466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25/05/2026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756529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26/05/2026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0450514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27/05/2026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998913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28/05/2026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488657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29/05/2026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926836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30/05/2026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216433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31/05/2026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379562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01/06/2026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595102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02/06/2026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5104820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03/06/2026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6605921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04/06/2026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16059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05/06/2026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8252527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06/06/2026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180640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07/06/2026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407236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08/06/2026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739542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09/06/2026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1111190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10/06/2026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978701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11/06/2026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600537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12/06/2026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9022538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13/06/2026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788565"/>
                  </a:ext>
                </a:extLst>
              </a:tr>
              <a:tr h="20490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14/06/2026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3726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0" y="33688"/>
            <a:ext cx="10838354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t>2.</a:t>
            </a:r>
            <a:r>
              <a:rPr lang="fr-FR" b="1" dirty="0">
                <a:solidFill>
                  <a:prstClr val="white"/>
                </a:solidFill>
                <a:latin typeface="Book Antiqua" panose="02040602050305030304" pitchFamily="18" charset="0"/>
              </a:rPr>
              <a:t>Courbe comparative de l’évolution de la production par rapport aux commandes journalières</a:t>
            </a:r>
            <a:endParaRPr kumimoji="0" lang="x-none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10838353" y="332071"/>
            <a:ext cx="925545" cy="43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2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0" y="33688"/>
            <a:ext cx="10838354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sz="2400" b="1" dirty="0">
                <a:solidFill>
                  <a:prstClr val="white"/>
                </a:solidFill>
                <a:latin typeface="Book Antiqua" panose="02040602050305030304" pitchFamily="18" charset="0"/>
              </a:rPr>
              <a:t>3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t>.Clients en attente de raccordement</a:t>
            </a:r>
            <a:endParaRPr lang="x-none" sz="2400" b="1" dirty="0">
              <a:solidFill>
                <a:prstClr val="white"/>
              </a:solidFill>
              <a:latin typeface="Book Antiqua" panose="02040602050305030304" pitchFamily="18" charset="0"/>
            </a:endParaRP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10838353" y="332071"/>
            <a:ext cx="925545" cy="438918"/>
          </a:xfrm>
          <a:prstGeom prst="rect">
            <a:avLst/>
          </a:prstGeom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040A024-01CF-4E09-A639-AEFC442DB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408641"/>
              </p:ext>
            </p:extLst>
          </p:nvPr>
        </p:nvGraphicFramePr>
        <p:xfrm>
          <a:off x="154004" y="635267"/>
          <a:ext cx="10684348" cy="5715747"/>
        </p:xfrm>
        <a:graphic>
          <a:graphicData uri="http://schemas.openxmlformats.org/drawingml/2006/table">
            <a:tbl>
              <a:tblPr/>
              <a:tblGrid>
                <a:gridCol w="1359825">
                  <a:extLst>
                    <a:ext uri="{9D8B030D-6E8A-4147-A177-3AD203B41FA5}">
                      <a16:colId xmlns:a16="http://schemas.microsoft.com/office/drawing/2014/main" val="2229758566"/>
                    </a:ext>
                  </a:extLst>
                </a:gridCol>
                <a:gridCol w="2217812">
                  <a:extLst>
                    <a:ext uri="{9D8B030D-6E8A-4147-A177-3AD203B41FA5}">
                      <a16:colId xmlns:a16="http://schemas.microsoft.com/office/drawing/2014/main" val="2594707011"/>
                    </a:ext>
                  </a:extLst>
                </a:gridCol>
                <a:gridCol w="2509203">
                  <a:extLst>
                    <a:ext uri="{9D8B030D-6E8A-4147-A177-3AD203B41FA5}">
                      <a16:colId xmlns:a16="http://schemas.microsoft.com/office/drawing/2014/main" val="746504343"/>
                    </a:ext>
                  </a:extLst>
                </a:gridCol>
                <a:gridCol w="2298754">
                  <a:extLst>
                    <a:ext uri="{9D8B030D-6E8A-4147-A177-3AD203B41FA5}">
                      <a16:colId xmlns:a16="http://schemas.microsoft.com/office/drawing/2014/main" val="2109563878"/>
                    </a:ext>
                  </a:extLst>
                </a:gridCol>
                <a:gridCol w="2298754">
                  <a:extLst>
                    <a:ext uri="{9D8B030D-6E8A-4147-A177-3AD203B41FA5}">
                      <a16:colId xmlns:a16="http://schemas.microsoft.com/office/drawing/2014/main" val="1299530246"/>
                    </a:ext>
                  </a:extLst>
                </a:gridCol>
              </a:tblGrid>
              <a:tr h="214449"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0" marR="5030" marT="50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Instances </a:t>
                      </a:r>
                      <a:r>
                        <a:rPr lang="fr-F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Book Antiqua" panose="02040602050305030304" pitchFamily="18" charset="0"/>
                        </a:rPr>
                        <a:t>Sans PCO</a:t>
                      </a:r>
                      <a:endParaRPr lang="fr-FR" sz="1400" b="1" i="0" u="none" strike="noStrike" dirty="0">
                        <a:solidFill>
                          <a:srgbClr val="1F497D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030" marR="5030" marT="503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Instances </a:t>
                      </a:r>
                      <a:r>
                        <a:rPr lang="fr-FR" sz="1400" b="1" i="0" u="none" strike="noStrike">
                          <a:solidFill>
                            <a:srgbClr val="FF0000"/>
                          </a:solidFill>
                          <a:effectLst/>
                          <a:latin typeface="Book Antiqua" panose="02040602050305030304" pitchFamily="18" charset="0"/>
                        </a:rPr>
                        <a:t>AVEC  PCO</a:t>
                      </a:r>
                      <a:endParaRPr lang="fr-FR" sz="1400" b="1" i="0" u="none" strike="noStrike">
                        <a:solidFill>
                          <a:srgbClr val="1F497D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183618"/>
                  </a:ext>
                </a:extLst>
              </a:tr>
              <a:tr h="474387"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0" marR="5030" marT="50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Cumul Instances</a:t>
                      </a:r>
                    </a:p>
                  </a:txBody>
                  <a:tcPr marL="5030" marR="5030" marT="503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Délai Moyen d’attente 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Cumul Instances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Délai Moyen d’attente 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726872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23/05/2026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34871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24/05/2026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375903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25/05/2026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2465796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26/05/2026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020018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27/05/2026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9953892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28/05/2026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9994222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29/05/2026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981739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30/05/2026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698702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31/05/2026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0558735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01/06/2026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7038758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02/06/2026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736913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03/06/2026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1528149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04/06/2026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291015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05/06/2026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8680266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06/06/2026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8927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07/06/2026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4176371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08/06/2026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8380323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09/06/2026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963727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10/06/2026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5871573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11/06/2026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0758997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12/06/2026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995817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13/06/2026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700677"/>
                  </a:ext>
                </a:extLst>
              </a:tr>
              <a:tr h="21444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14/06/2026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296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512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0" y="33688"/>
            <a:ext cx="10838354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t>4.</a:t>
            </a:r>
            <a:r>
              <a:rPr lang="fr-FR" sz="2400" b="1" dirty="0">
                <a:solidFill>
                  <a:prstClr val="white"/>
                </a:solidFill>
                <a:latin typeface="Book Antiqua" panose="02040602050305030304" pitchFamily="18" charset="0"/>
              </a:rPr>
              <a:t>Production </a:t>
            </a:r>
            <a:r>
              <a:rPr lang="fr-FR" sz="2400" b="1" dirty="0" err="1">
                <a:solidFill>
                  <a:prstClr val="white"/>
                </a:solidFill>
                <a:latin typeface="Book Antiqua" panose="02040602050305030304" pitchFamily="18" charset="0"/>
              </a:rPr>
              <a:t>Journaliére</a:t>
            </a:r>
            <a:endParaRPr lang="x-none" sz="2400" b="1" dirty="0">
              <a:solidFill>
                <a:prstClr val="white"/>
              </a:solidFill>
              <a:latin typeface="Book Antiqua" panose="02040602050305030304" pitchFamily="18" charset="0"/>
            </a:endParaRP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10838353" y="332071"/>
            <a:ext cx="925545" cy="438918"/>
          </a:xfrm>
          <a:prstGeom prst="rect">
            <a:avLst/>
          </a:prstGeom>
        </p:spPr>
      </p:pic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ECE3A54B-AD30-4C08-BAF1-DAAF4F4B5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633679"/>
              </p:ext>
            </p:extLst>
          </p:nvPr>
        </p:nvGraphicFramePr>
        <p:xfrm>
          <a:off x="105879" y="577517"/>
          <a:ext cx="10732472" cy="5881024"/>
        </p:xfrm>
        <a:graphic>
          <a:graphicData uri="http://schemas.openxmlformats.org/drawingml/2006/table">
            <a:tbl>
              <a:tblPr/>
              <a:tblGrid>
                <a:gridCol w="955008">
                  <a:extLst>
                    <a:ext uri="{9D8B030D-6E8A-4147-A177-3AD203B41FA5}">
                      <a16:colId xmlns:a16="http://schemas.microsoft.com/office/drawing/2014/main" val="2870483418"/>
                    </a:ext>
                  </a:extLst>
                </a:gridCol>
                <a:gridCol w="1614418">
                  <a:extLst>
                    <a:ext uri="{9D8B030D-6E8A-4147-A177-3AD203B41FA5}">
                      <a16:colId xmlns:a16="http://schemas.microsoft.com/office/drawing/2014/main" val="3805280782"/>
                    </a:ext>
                  </a:extLst>
                </a:gridCol>
                <a:gridCol w="1557574">
                  <a:extLst>
                    <a:ext uri="{9D8B030D-6E8A-4147-A177-3AD203B41FA5}">
                      <a16:colId xmlns:a16="http://schemas.microsoft.com/office/drawing/2014/main" val="3732332487"/>
                    </a:ext>
                  </a:extLst>
                </a:gridCol>
                <a:gridCol w="1762218">
                  <a:extLst>
                    <a:ext uri="{9D8B030D-6E8A-4147-A177-3AD203B41FA5}">
                      <a16:colId xmlns:a16="http://schemas.microsoft.com/office/drawing/2014/main" val="3408134857"/>
                    </a:ext>
                  </a:extLst>
                </a:gridCol>
                <a:gridCol w="1614418">
                  <a:extLst>
                    <a:ext uri="{9D8B030D-6E8A-4147-A177-3AD203B41FA5}">
                      <a16:colId xmlns:a16="http://schemas.microsoft.com/office/drawing/2014/main" val="336084576"/>
                    </a:ext>
                  </a:extLst>
                </a:gridCol>
                <a:gridCol w="1614418">
                  <a:extLst>
                    <a:ext uri="{9D8B030D-6E8A-4147-A177-3AD203B41FA5}">
                      <a16:colId xmlns:a16="http://schemas.microsoft.com/office/drawing/2014/main" val="1718282332"/>
                    </a:ext>
                  </a:extLst>
                </a:gridCol>
                <a:gridCol w="1614418">
                  <a:extLst>
                    <a:ext uri="{9D8B030D-6E8A-4147-A177-3AD203B41FA5}">
                      <a16:colId xmlns:a16="http://schemas.microsoft.com/office/drawing/2014/main" val="367174273"/>
                    </a:ext>
                  </a:extLst>
                </a:gridCol>
              </a:tblGrid>
              <a:tr h="224777"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0" marR="5030" marT="50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 dirty="0">
                        <a:solidFill>
                          <a:srgbClr val="1F497D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030" marR="5030" marT="503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Clients raccordé </a:t>
                      </a:r>
                      <a:r>
                        <a:rPr lang="fr-FR" sz="1400" b="1" i="0" u="none" strike="noStrike">
                          <a:solidFill>
                            <a:srgbClr val="FF0000"/>
                          </a:solidFill>
                          <a:effectLst/>
                          <a:latin typeface="Book Antiqua" panose="02040602050305030304" pitchFamily="18" charset="0"/>
                        </a:rPr>
                        <a:t>Sans PCO</a:t>
                      </a:r>
                      <a:endParaRPr lang="fr-FR" sz="1400" b="1" i="0" u="none" strike="noStrike">
                        <a:solidFill>
                          <a:srgbClr val="1F497D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Clients raccordé </a:t>
                      </a:r>
                      <a:r>
                        <a:rPr lang="fr-FR" sz="1400" b="1" i="0" u="none" strike="noStrike">
                          <a:solidFill>
                            <a:srgbClr val="FF0000"/>
                          </a:solidFill>
                          <a:effectLst/>
                          <a:latin typeface="Book Antiqua" panose="02040602050305030304" pitchFamily="18" charset="0"/>
                        </a:rPr>
                        <a:t>AVEC  PCO</a:t>
                      </a:r>
                      <a:endParaRPr lang="fr-FR" sz="1400" b="1" i="0" u="none" strike="noStrike">
                        <a:solidFill>
                          <a:srgbClr val="1F497D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>
                        <a:solidFill>
                          <a:srgbClr val="1F497D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141867"/>
                  </a:ext>
                </a:extLst>
              </a:tr>
              <a:tr h="486376"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0" marR="5030" marT="503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Raccordement du Jour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Clients raccordé Sans PCO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Délai Moyen d’attente 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Clients raccordé avec PCO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Délai Moyen d’attente 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Délais Moyen de raccordement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259391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23/05/2026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189854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24/05/2026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642664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25/05/2026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7223469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26/05/2026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105334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27/05/2026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980019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28/05/2026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937838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29/05/2026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1808185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30/05/2026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6424095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31/05/2026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412362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01/06/2026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828379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02/06/2026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092762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03/06/2026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363643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04/06/2026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647649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05/06/2026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4788054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06/06/2026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656581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07/06/2026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764945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08/06/2026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327136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09/06/2026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6375051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10/06/2026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623377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11/06/2026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657030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12/06/2026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237124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13/06/2026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860223"/>
                  </a:ext>
                </a:extLst>
              </a:tr>
              <a:tr h="2247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1F497D"/>
                          </a:solidFill>
                          <a:effectLst/>
                          <a:latin typeface="Book Antiqua" panose="02040602050305030304" pitchFamily="18" charset="0"/>
                        </a:rPr>
                        <a:t>14/06/2026</a:t>
                      </a:r>
                    </a:p>
                  </a:txBody>
                  <a:tcPr marL="5030" marR="5030" marT="503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0" marR="5030" marT="503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933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2432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0" y="33688"/>
            <a:ext cx="10838354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400" b="1" dirty="0">
                <a:solidFill>
                  <a:prstClr val="white"/>
                </a:solidFill>
                <a:latin typeface="Book Antiqua" panose="02040602050305030304" pitchFamily="18" charset="0"/>
              </a:rPr>
              <a:t>5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t>.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t>Courbe de l’évolution de délais de raccordement des clients </a:t>
            </a:r>
            <a:endParaRPr kumimoji="0" lang="x-none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10838353" y="332071"/>
            <a:ext cx="925545" cy="43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38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0TbNsJVAuqzIPGazN1vw"/>
</p:tagLst>
</file>

<file path=ppt/theme/theme1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Moov Africa">
  <a:themeElements>
    <a:clrScheme name="Personnalisé 2">
      <a:dk1>
        <a:srgbClr val="FEFFFF"/>
      </a:dk1>
      <a:lt1>
        <a:srgbClr val="005BC3"/>
      </a:lt1>
      <a:dk2>
        <a:srgbClr val="EC6608"/>
      </a:dk2>
      <a:lt2>
        <a:srgbClr val="005BC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</TotalTime>
  <Words>608</Words>
  <Application>Microsoft Office PowerPoint</Application>
  <PresentationFormat>Grand écran</PresentationFormat>
  <Paragraphs>498</Paragraphs>
  <Slides>7</Slides>
  <Notes>5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6" baseType="lpstr">
      <vt:lpstr>Arial</vt:lpstr>
      <vt:lpstr>Book Antiqua</vt:lpstr>
      <vt:lpstr>Calibri</vt:lpstr>
      <vt:lpstr>Calibri Light</vt:lpstr>
      <vt:lpstr>Symbol</vt:lpstr>
      <vt:lpstr>Uni Sans</vt:lpstr>
      <vt:lpstr>2_Thème Office</vt:lpstr>
      <vt:lpstr>Thème Moov Africa</vt:lpstr>
      <vt:lpstr>Diapositive think-cell</vt:lpstr>
      <vt:lpstr>  ·  Recrutement – Études ·  Clients en attente de raccordement ·  Clients raccordés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OMAR CAFRIDA</dc:creator>
  <cp:lastModifiedBy>OMAR CAFRIDA</cp:lastModifiedBy>
  <cp:revision>162</cp:revision>
  <dcterms:created xsi:type="dcterms:W3CDTF">2025-08-08T13:01:00Z</dcterms:created>
  <dcterms:modified xsi:type="dcterms:W3CDTF">2026-06-09T09:23:47Z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DC19A5B5666A446BA59FC5134E2EF0C1_13</vt:lpwstr>
  </property>
  <property fmtid="{D5CDD505-2E9C-101B-9397-08002B2CF9AE}" pid="3" name="KSOProductBuildVer">
    <vt:lpwstr>1036-12.1.0.26372</vt:lpwstr>
  </property>
</Properties>
</file>